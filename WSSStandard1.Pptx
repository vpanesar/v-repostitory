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0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3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3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7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9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0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7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7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4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D2C5D-3137-4D3F-A1B4-180126A663C7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7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WSSStandard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0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WSSStandard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File name File</dc:title>
  <dc:creator>Gandrakota, Naveen Sai</dc:creator>
  <cp:lastModifiedBy>Lad, Vandana</cp:lastModifiedBy>
  <cp:revision>2</cp:revision>
  <dcterms:created xsi:type="dcterms:W3CDTF">2017-01-13T04:23:41Z</dcterms:created>
  <dcterms:modified xsi:type="dcterms:W3CDTF">2021-07-21T11:33:43Z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2021-07-21T11:33:15Z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268f8a2f-fa81-4d04-9784-5857e296c8c2</vt:lpwstr>
  </property>
  <property fmtid="{D5CDD505-2E9C-101B-9397-08002B2CF9AE}" pid="8" name="MSIP_Label_ea60d57e-af5b-4752-ac57-3e4f28ca11dc_ContentBits">
    <vt:lpwstr>0</vt:lpwstr>
  </property>
</Properties>
</file>